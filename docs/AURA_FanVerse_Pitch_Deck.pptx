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31A2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EC4899"/>
                </a:solidFill>
              </a:defRPr>
            </a:pPr>
            <a:r>
              <a:t>ICC GLOBAL HACKATHON 2026 • FLAGSHIP SHOWCASE: DUBAI AI FESTIVAL</a:t>
            </a:r>
          </a:p>
          <a:p>
            <a:pPr>
              <a:spcAft>
                <a:spcPts val="800"/>
              </a:spcAft>
              <a:defRPr sz="4400" b="1">
                <a:solidFill>
                  <a:srgbClr val="F8FAFC"/>
                </a:solidFill>
              </a:defRPr>
            </a:pPr>
            <a:r>
              <a:t>AURA FanVerse</a:t>
            </a:r>
          </a:p>
          <a:p>
            <a:pPr>
              <a:spcAft>
                <a:spcPts val="2000"/>
              </a:spcAft>
              <a:defRPr sz="1800" b="1">
                <a:solidFill>
                  <a:srgbClr val="A855F7"/>
                </a:solidFill>
              </a:defRPr>
            </a:pPr>
            <a:r>
              <a:t>AI-Powered Multimodal Storytelling, Conversational Tactical Co-Pilot &amp; Direct Athlete Empowerment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Problem Statements: 1. Sport Visibility &amp; Engagement | 2. Next-Gen Fan Experiences</a:t>
            </a:r>
            <a:br/>
            <a:r>
              <a:t>• Key Mission: Elevating Women's Cricket with Real-Time Multimodal AI, Dynamic 2D Tactical Field Radar &amp; Grassroots Funding</a:t>
            </a:r>
            <a:br/>
            <a:r>
              <a:t>• Target Tournaments: ICC Women's T20 World Cup, WPL, The Hundred, and Associate Nation Tours</a:t>
            </a:r>
            <a:br/>
            <a:r>
              <a:t>• Submission: Pilot-Ready Working Prototype + Production Telemetry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Macro Landscape: Explosive Growth Meets Digital Invisibility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300%+ Global Growth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Women's cricket viewership has exploded worldwide since 2020.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Sold-out stadium finals in Melbourne, Lord's, and Mumbai.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Broadcast rights valuation up 3x for premier leagues.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Record digital stream viewership across major regions.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C4899"/>
                </a:solidFill>
              </a:defRPr>
            </a:pPr>
            <a:r>
              <a:t>The 12% Clipping Paradox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Despite 300% viewership surge, less than 12% of digital sports clipping is devoted to women's sports.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Associate women's fixtures receive virtually zero short-form social distribution.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Manual production clipping is expensive and prioritized for men's leagues.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Missed viral windows during high-impact match moments.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855F7"/>
                </a:solidFill>
              </a:defRPr>
            </a:pPr>
            <a:r>
              <a:t>The Grassroots Divide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99% of emerging women cricketers lack digital commercial footprints.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 barriers to talent discovery outside tier-1 national academies.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Grassroots clubs in associate nations struggle for equipment and tour funding.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 \$4.2B untapped market in sports co-creation and micro-engagement.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Gen-Z Fan Behavior: The Demands of Next-Gen Audiences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C4899"/>
                </a:solidFill>
              </a:defRPr>
            </a:pPr>
            <a:r>
              <a:t>The 9:16 Vertical Revolution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Fans under 25 consume 78% of sports content via vertical reels (TikTok, IG, Shorts).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The 3-hour linear match broadcast no longer captures younger attention spans (&lt;22 min continuous view).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Viewers demand snackable, high-intensity moments delivered within 45 seconds of live play.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Automated graphic overlays and launch trajectories drive 3.2x higher viral retention.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855F7"/>
                </a:solidFill>
              </a:defRPr>
            </a:pPr>
            <a:r>
              <a:t>Participatory Fandom &amp; Localization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Younger fans reject one-way passive commentary; they want to question match tactics in real time.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'Why did Harmanpreet set that field?' is the kind of tactical curiosity that deepens sports literacy.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Over 65% of global cricket fans prefer native dialects (Hindi, Tamil, Arabic, Spanish, Bengali).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Current broadcasts produce only 2-3 languages due to production crew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Three Structural Inefficiencies in Sports Engagement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C4899"/>
                </a:solidFill>
              </a:defRPr>
            </a:pPr>
            <a:r>
              <a:t>1. Production Bottleneck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Manual social clipping takes 2 to 6 hours post-match.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 broadcast labor costs prevent scaling highlight volume.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 real-time vertical syndication during live game momentum shifts.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Women's associate matches receive no dedicated clipping crew.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855F7"/>
                </a:solidFill>
              </a:defRPr>
            </a:pPr>
            <a:r>
              <a:t>2. Passive Viewing Trap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Broadcast commentary is generic and non-interactive.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Complex tactical field placements are invisible to casual viewers.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 dynamic visual tool explains why captains set specific traps.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Fan engagement drops during middle overs.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3. Grassroots Gap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 direct fan-to-athlete financial support mechanism.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Associate female players pay out-of-pocket for equipment and travel.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Sponsors only invest in established elite household names.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Broken pipeline for emerging talent visibility.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AURA FanVerse Solution: An AI Co-Creation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C4899"/>
                </a:solidFill>
              </a:defRPr>
            </a:pPr>
            <a:r>
              <a:t>Autonomous Micro-Narratives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Computer vision isolates clutch moments instantly.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Auto-crops broadcast 16:9 to vertical 9:16 reels.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Real-time overlays: exit velocity, launch angle &amp; win swing.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Multilingual AI commentary generated in 12+ languages in &lt;45s.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855F7"/>
                </a:solidFill>
              </a:defRPr>
            </a:pPr>
            <a:r>
              <a:t>Tactical Co-Pilot Companion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Conversational natural language Q&amp;A during live overs.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Interactive 2D cricket oval with coordinate fielder mapping.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Boundary trap radar &amp; shot probability delta calculations.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Demystifies masterclass tactics for newer fans.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Athlete Passport &amp; Future Stars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Verified digital athlete passports for female cricketers.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Fans pledge micro-tokens to support player equipment funds.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Unlocks collectible digital badges and fan leaderboard perks.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15% platform fund dedicated to associate nation gear clinics.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Deep Dive: Autonomous Micro-Narrative Reel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C4899"/>
                </a:solidFill>
              </a:defRPr>
            </a:pPr>
            <a:r>
              <a:t>Edge Perception &amp; Cropping Pipeline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Action Recognition: Neural CV models detect bat swing, ball flight, wicket collision, and celebratory emotions.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Smart Auto-Reframe: Dynamic saliency tracking keeps the athlete centered in 9:16 vertical aspect ratio.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Telemetry Fusion: Merges Hawk-Eye JSON telemetry (speed, trajectory, pitch map) into animated HUD overlays.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Latency: Under 45 seconds from ball bowled to published social reel.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855F7"/>
                </a:solidFill>
              </a:defRPr>
            </a:pPr>
            <a:r>
              <a:t>Multilingual Neural Audio Synthesis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Multimodal LLM ingests commentary cues + match telemetry to draft exciting 20-second play-by-play scripts.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Neural Voice Synthesis: Delivers broadcast-grade vocal inflection, emotion, and pace.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Supported Launch Dialects: English, Hindi, Spanish, Arabic, and Tamil (scalable to 12+).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Unlocks global cross-border accessibility for women's cricket.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Deep Dive: Conversational Tactical Co-Pilot &amp; 2D Field 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855F7"/>
                </a:solidFill>
              </a:defRPr>
            </a:pPr>
            <a:r>
              <a:t>Spatial Cricket Intelligence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Natural Language Interface: Fans ask live questions (e.g., 'Why did Harmanpreet set a deep backward square leg?').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Contextual RAG: Vector search over historical player tendencies, pitch dimensions, and live match state.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Dynamic 2D Field Oval: Real-time visual rendering of all 11 fielder coordinates, 30-yard ring, and boundary gaps.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Explains the chess match behind every captaincy adjustment.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Live Predictive Outcome Modeling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Win Probability Delta: Computes live swing percentage (+7.8% swing on key boundaries).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Shot Risk Analysis: Visualizes high-probability dismissal quadrants for opposing batters.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Matchup History: Head-to-head bowler strike rates vs. left-handed/right-handed batters.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Transforms casual viewers into knowledgeable, invested tactical fans.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Deep Dive: Athlete Digital Passport &amp; Grassroots Impact Fund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C4899"/>
                </a:solidFill>
              </a:defRPr>
            </a:pPr>
            <a:r>
              <a:t>Verified Athlete Digital Identity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Standardized digital passports for international stars and grassroots prodigies alike.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Complete career metrics: strike rates, dot-ball ratios, wicket analysis, and verified video reels.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Eliminates gatekeeping: scouts and global fans discover talent from associate nations directly.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Direct fan recognition: digital badges, fan leaderboard ranking, and athlete audio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The ICC Future Stars Fund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Fans back athletes using Fan Tokens (e.g., 50 tokens for GPS monitors or training gear).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100% transparent impact goals: equipment kits, coach stipends, and junior travel funds.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15% Platform Ring-Fence: 15% of all platform transaction volume funds associate nation academies.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Audited on-chain/database ledger ensuring transparent charity distribution.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Architecture: Scalable, Low-Latency Multimodal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1. Edge Ingestion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RTSP Broadcast Video stream.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Real-time Hawk-Eye JSON ball telemetry.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Automated frame segmentation and audio transcription.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Sub-second message queue ingestion (Kafka/Redis).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855F7"/>
                </a:solidFill>
              </a:defRPr>
            </a:pPr>
            <a:r>
              <a:t>2. Perception Core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Action detection vision models.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Multimodal LLM (Gemini 1.5 Flash) play analysis.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Spatial vector indexing for field positions.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Multi-language neural voice rendering.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C4899"/>
                </a:solidFill>
              </a:defRPr>
            </a:pPr>
            <a:r>
              <a:t>3. Global Delivery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9:16 vertical video CDN distribution.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Real-time WebSocket Co-Pilot updates (&lt;800ms).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Embedded React/Vite SDK for official ICC App.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Social syndicate connectors (TikTok/IG/YT).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Technical Feasibility, Security &amp; ICC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Seamless ICC Telemetry Integration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Fully compatible with standard ICC Hawk-Eye and Opta telemetry schemas.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Reads ball velocity, pitch map bounce coordinates, and field coordinates effortlessly.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Cloud-agnostic deployment: runs on GCP, AWS, or on-prem broadcast trucks.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40% reduction in cloud compute carbon overhead through optimized edge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855F7"/>
                </a:solidFill>
              </a:defRPr>
            </a:pPr>
            <a:r>
              <a:t>Privacy, Ethics &amp; Governance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 invasive biometric surveillance: models rely purely on broadcast footage and ball telemetry.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 compliance with GDPR, COPPA, and ICC commercial data licensing agreements.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Built-in content moderation filters for fan Q&amp;A chat interactions.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Athletes retain full ownership over personal profile likeness and funding initiatives.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Business Model &amp; Multi-Sided Monetization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B2B Enterprise SDK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White-label SDK licensed to ICC, national boards (BCCI, CA, ECB), and broadcasters.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Automated social clipping packages reduce broadcast labor costs by 65%.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Sponsored micro-narratives and branded tactical overlays.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855F7"/>
                </a:solidFill>
              </a:defRPr>
            </a:pPr>
            <a:r>
              <a:t>B2C Premium Fan Pass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Freemium model: 5 free tactical questions and standard reels per match.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AURA Pro Pass (\$3.99/mo): unlimited tactical queries, pro biomechanics &amp; fantasy tips.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Target: 500k subscribers across WPL and ICC T20 World Cup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C4899"/>
                </a:solidFill>
              </a:defRPr>
            </a:pPr>
            <a:r>
              <a:t>Micro-Transactions &amp; Badges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Fan token purchases for direct athlete backing and digital collectibles.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85% directly distributed to athletes &amp; academy programs.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15% dedicated to ICC Future Stars grassroots equipment fund.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Sustainable flywheel of sports philanthropy.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Quantifiable Impact: Elevating Women in Sport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C4899"/>
                </a:solidFill>
              </a:defRPr>
            </a:pPr>
            <a:r>
              <a:t>Visibility &amp; Audience Expansion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4.5x increase in short-form social impressions across women's tournaments.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Breaks the broadcast clipping bottleneck: 100% of tournament matches receive instant reels.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Expands viewership beyond traditional English/Hindi markets into the Americas &amp; Middle East.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Converts casual social scrollers into loyal match viewers.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Equity &amp; Economic Empowerment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Generates direct non-broadcast revenue for emerging women cricketers.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Establishes verified digital scouting profiles for associate nation athletes.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Targets \$500,000+ directed to grassroots training gear within 24 months.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Promotes gender-fair AI models trained specifically on female athletic dynamics.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Competitive Landscape: Why AURA FanVerse Wins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C4899"/>
                </a:solidFill>
              </a:defRPr>
            </a:pPr>
            <a:r>
              <a:t>Existing Industry Approaches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Traditional Broadcasters: Produce 16:9 linear video only; 2-6 hour manual clipping delays; 2-3 languages maximum.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Generic Score Apps (Cricbuzz, ESPN): Static text ball-by-ball; no conversational tactical reasoning; zero vertical video reels.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Social Clipping Agencies: High manual overhead, delayed syndication, no interactive tactical co-pilot.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All existing solutions ignore grassroots micro-sponsorship.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855F7"/>
                </a:solidFill>
              </a:defRPr>
            </a:pPr>
            <a:r>
              <a:t>The AURA FanVerse Edge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&lt;45-Second Latency: Instant autonomous vertical video generation during live match play.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12+ Dialects: Authentic multi-language neural commentary synthesis.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Conversational 2D Field Radar: Demystifies captaincy and shot dynamics in real time.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Built-In Social Impact: 15% revenue directly back to women's grassroots equipment.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Cross-Sport Scalable: Seamlessly adapts to football, basketball, and tennis.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Roadmap: From Prototype to Dubai AI Festival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Phase 1: Q4 2025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Closed Alpha with historical ICC match telemetry.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Fine-tune multilingual TTS in Arabic, Spanish &amp; Hindi.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Benchmark 9:16 cropping accuracy to 98%.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855F7"/>
                </a:solidFill>
              </a:defRPr>
            </a:pPr>
            <a:r>
              <a:t>Phase 2: Q1-Q2 2026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Pilot with regional women's T20 tournament.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Onboard 50+ grassroots female athletes.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Test live fan micro-token transactions.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C4899"/>
                </a:solidFill>
              </a:defRPr>
            </a:pPr>
            <a:r>
              <a:t>Phase 3: Q3 2026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Turnkey SDK integration into official ICC app.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Partner with broadcast syndicators.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Launch ICC Future Stars Fund pilot.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Phase 4: Oct 2026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Flagship showcase at Dubai AI Festival (Ignyte Hub).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Live real-time demonstration during tournament play.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Global commercial rollout.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C4899"/>
                </a:solidFill>
              </a:defRPr>
            </a:pPr>
            <a:r>
              <a:t>ICC GLOBAL HACKATHON 2026 • DUBAI AI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Team, Diversity &amp; The Call to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C4899"/>
                </a:solidFill>
              </a:defRPr>
            </a:pPr>
            <a:r>
              <a:t>Our Cross-Functional Team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Diverse &amp; Inclusive: Strong representation of women founders and developers, meeting ICC Hackathon criteria.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Multidisciplinary Talent: Computer Vision engineers, Multimodal LLM researchers, Sports Data Scientists &amp; UX Designers.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Passionate Sporting Heritage: Deep technical and grassroots cricket domain knowledge.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Pilot-Ready: Working React 19 / Vite prototype with live telemetry models built and verified.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2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A855F7"/>
                </a:solidFill>
              </a:defRPr>
            </a:pPr>
            <a:r>
              <a:t>Join the Movement at Dubai 2026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Partner with AURA FanVerse to transform women's cricket into the most connected sport on earth.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Working Prototype URL: http://localhost:5173 (Ready for live demo).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Contact &amp; Links: pitch@aurafanverse.io | ICC Innovation Cohort 2026.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'Together, let us empower the next generation of women in sport through the power of AI.'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